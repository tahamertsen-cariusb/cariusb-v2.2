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CARI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457200" y="2286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Car Visualization Platform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29260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 Dokümantasyonu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cariusb.com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Problem &amp; Çözüm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931920" cy="347472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2801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1737360"/>
            <a:ext cx="3657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Araba tutkunları ve modifiye dükkanları için: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Jant, boya, bodykit değişikliklerini önceden görselleştirmek zor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Photoshop gibi araçlar karmaşık ve zaman alıcı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Sosyal medya için viral içerik üretmek zahmetli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Müşterilere modifikasyon sonucunu göstermek masraflı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754880" y="1097280"/>
            <a:ext cx="3931920" cy="34747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4937760" y="12801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ÇÖZÜM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937760" y="1737360"/>
            <a:ext cx="3657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destekli, saniyeler içinde: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Jant, boya, bodykit değiştir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Arkaplan değiştir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Sinematik AI video üret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Sosyal medya için hazır içerik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Kullanıcı dostu, hızlı, profesyonel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Ürün Özellikleri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640080" y="1188720"/>
            <a:ext cx="365760" cy="3657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1887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188720" y="11887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Photo Studio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188720" y="160020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Jant, boya, bodykit ve arkaplan değişimi. Tek tıkla profesyonel görüntü.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29200" y="1188720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0" y="11887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2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577840" y="11887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Video Generator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5577840" y="160020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Arabanızdan sinematik videolar üretin. TikTok, Reels ve YouTube için hazır.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" y="2468880"/>
            <a:ext cx="365760" cy="3657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4688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3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188720" y="24688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Community Gallery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188720" y="288036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Kullanıcıların yaratımlarını paylaşabileceği sosyal galeri. İlham ve etkileşim merkezi.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029200" y="2468880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0" y="24688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4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5577840" y="24688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Freemium Model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5577840" y="288036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Ücretsiz deneme + $19/ay Pro abonelik. İşletmeler için özel paketler.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" y="3840480"/>
            <a:ext cx="8229600" cy="82296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4023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Hedef: Araba modifikasyonu ve içerik üretimini demokratikleştirmek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Hedef Kitle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2743200" cy="329184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2801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İçerik Üreticileri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1737360"/>
            <a:ext cx="23774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TikTok, Instagram Reels, YouTube Shorts için viral içerik arayan yaratıcılar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18-35 yaş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Sosyal medya odaklı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Hızlı içerik üretimi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383280" y="1097280"/>
            <a:ext cx="2743200" cy="329184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7" name="Text 5"/>
          <p:cNvSpPr/>
          <p:nvPr/>
        </p:nvSpPr>
        <p:spPr>
          <a:xfrm>
            <a:off x="3566160" y="12801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Araba Tutkunları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566160" y="1737360"/>
            <a:ext cx="23774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Arabalarını modifiye etmek isteyen veya hayal kuran kişiler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20-45 yaş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Görselleştirme ihtiyacı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Modifikasyon planlama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309360" y="1097280"/>
            <a:ext cx="2743200" cy="329184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10" name="Text 8"/>
          <p:cNvSpPr/>
          <p:nvPr/>
        </p:nvSpPr>
        <p:spPr>
          <a:xfrm>
            <a:off x="6492240" y="12801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İşletmeler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92240" y="1737360"/>
            <a:ext cx="23774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Modifiye dükkanları, jant bayileri, boya atölyeleri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B2B segment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Müşteri görselleştirmesi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Satış artırıcı araç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Teknik Altyapı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Modern, Ölçeklenebilir, Full-Stack Çözüm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4114800" cy="128016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6002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192024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14, React, TypeScript, Tailwind CSS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UI/UX, Responsive Design, PWA Ready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54880" y="1463040"/>
            <a:ext cx="4114800" cy="128016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8" name="Text 6"/>
          <p:cNvSpPr/>
          <p:nvPr/>
        </p:nvSpPr>
        <p:spPr>
          <a:xfrm>
            <a:off x="4937760" y="16002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&amp; Automation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937760" y="192024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 Workflows (3 major pipeline)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orchestration, Queue management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926080"/>
            <a:ext cx="4114800" cy="128016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063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 &amp; Storage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0080" y="338328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(PostgreSQL)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Cloudflare R2 (Media Storage)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754880" y="2926080"/>
            <a:ext cx="4114800" cy="128016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14" name="Text 12"/>
          <p:cNvSpPr/>
          <p:nvPr/>
        </p:nvSpPr>
        <p:spPr>
          <a:xfrm>
            <a:off x="4937760" y="3063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Services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937760" y="338328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Replicate, Stability AI, Luma AI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Flux, SDXL, Dream Machine integrations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4389120"/>
            <a:ext cx="8229600" cy="5486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4480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Cloudflare Workers + Edge Network = Global, Hızlı, Güvenli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İş Modeli &amp; Gelir Kaynakları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2743200" cy="301752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Starter (Free)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17830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$0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40080" y="2377440"/>
            <a:ext cx="23774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Temel özellikler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Sınırlı kullanım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Community galeri erişimi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Watermark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429000" y="1188720"/>
            <a:ext cx="2743200" cy="30175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8" name="Text 6"/>
          <p:cNvSpPr/>
          <p:nvPr/>
        </p:nvSpPr>
        <p:spPr>
          <a:xfrm>
            <a:off x="3611880" y="13716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 Garage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611880" y="17830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$19/ay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11880" y="2377440"/>
            <a:ext cx="23774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Sınırsız fotoğraf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AI video üretimi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Watermark yok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Öncelikli işlem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1188720"/>
            <a:ext cx="2743200" cy="301752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12" name="Text 10"/>
          <p:cNvSpPr/>
          <p:nvPr/>
        </p:nvSpPr>
        <p:spPr>
          <a:xfrm>
            <a:off x="6583680" y="13716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583680" y="17830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Özel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6583680" y="2377440"/>
            <a:ext cx="23774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API erişimi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Özel entegrasyon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Toplu işlem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Beyaz etiket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4480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 Gelir Kaynakları: B2B Lisansları, API Kullanım Ücretleri, Premium İçerik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Pazar &amp; Fırsatlar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109728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2588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Küresel Araba Modifikasyon Pazarı: $58 Milyar (2024)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169164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Otomotiv sosyal medya içeriği sektörü hızla büyüyor - TikTok'ta #carsoftiktok 50B+ görüntülenme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4688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Büyüme Fırsatları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2926080"/>
            <a:ext cx="4114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Gen-Z ve Millennials'ın artan araba kültürü ilgisi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Sosyal medya algoritmaları araba içeriğini destekliyor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Modifiye dükkanları dijital dönüşüm arıyor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AI görsel araçlarına olan talep artıyor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846320" y="24688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Rekabet Avantajı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846320" y="2926080"/>
            <a:ext cx="38404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İlk AI-native araba görselleştirme platformu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Hem fotoğraf hem video yetenekleri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Kullanıcı dostu, teknik bilgi gerektirmez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Community-driven viral büyüme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Ürün Yol Haritası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2011680" cy="64008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2801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Şimdi (Q1 2026)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2651760" y="1234440"/>
            <a:ext cx="6035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MVP tamamlandı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Core features hazır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Beta lansmanı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İlk 100 kullanıcı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2103120"/>
            <a:ext cx="2011680" cy="64008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1945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 2026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651760" y="2148840"/>
            <a:ext cx="6035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Ücretli planlar aktif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Marketing kampanyası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Influencer ortaklıkları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1,000 kullanıcı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3017520"/>
            <a:ext cx="2011680" cy="64008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31089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Q3-Q4 2026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651760" y="3063240"/>
            <a:ext cx="6035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B2B paketler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API lansmanı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Mobile app (iOS/Android)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10,000+ kullanıcı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931920"/>
            <a:ext cx="2011680" cy="64008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40233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2027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651760" y="3977640"/>
            <a:ext cx="6035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Global expansion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AR features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Partnership deals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100K+ kullanıcı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Yatırım İhtiyacı &amp; Kullanım Alanları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4114800" cy="109728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Infrastructure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566160" y="1371600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35%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maliyetleri, server, CDN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0" y="1280160"/>
            <a:ext cx="4114800" cy="109728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8" name="Text 6"/>
          <p:cNvSpPr/>
          <p:nvPr/>
        </p:nvSpPr>
        <p:spPr>
          <a:xfrm>
            <a:off x="5212080" y="14173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Marketing &amp; Growth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138160" y="1371600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30%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5212080" y="182880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Sosyal medya ads, influencers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2651760"/>
            <a:ext cx="4114800" cy="109728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7889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Development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566160" y="2743200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25%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640080" y="320040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Yeni özellikler, mobile app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029200" y="2651760"/>
            <a:ext cx="4114800" cy="109728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16" name="Text 14"/>
          <p:cNvSpPr/>
          <p:nvPr/>
        </p:nvSpPr>
        <p:spPr>
          <a:xfrm>
            <a:off x="5212080" y="27889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Operasyon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138160" y="2743200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10%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5212080" y="320040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Müşteri desteği, yasal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4114800"/>
            <a:ext cx="8229600" cy="73152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Hedef: 12 ayda 10,000+ aktif kullanıcı, $50K MRR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Ekip &amp; İletişim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Founder &amp; Solo Developer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development expertise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web teknolojileri (Next.js, React, TypeScript)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AI/ML integration ve automation (n8n workflows)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infrastructure (Cloudflare, Supabase)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design ve UI/UX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828800" y="3291840"/>
            <a:ext cx="5486400" cy="11887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2011680" y="347472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cariusb.com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2011680" y="388620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için platform zaten canlı ve kullanıma hazır!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CARI - AI-Powered Car Visualization Platform</dc:title>
  <dc:subject>PptxGenJS Presentation</dc:subject>
  <dc:creator>CARI</dc:creator>
  <cp:lastModifiedBy>CARI</cp:lastModifiedBy>
  <cp:revision>1</cp:revision>
  <dcterms:created xsi:type="dcterms:W3CDTF">2026-02-01T12:39:15Z</dcterms:created>
  <dcterms:modified xsi:type="dcterms:W3CDTF">2026-02-01T12:39:15Z</dcterms:modified>
</cp:coreProperties>
</file>